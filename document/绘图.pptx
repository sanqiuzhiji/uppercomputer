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陈极</cp:lastModifiedBy>
  <cp:revision>157</cp:revision>
  <dcterms:created xsi:type="dcterms:W3CDTF">2019-06-19T02:08:00Z</dcterms:created>
  <dcterms:modified xsi:type="dcterms:W3CDTF">2026-07-26T05:33:15Z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ECC3A7A7F761413D879309D9761E35A4_11</vt:lpwstr>
  </property>
</Properties>
</file>